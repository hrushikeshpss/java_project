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7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484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64AAEA-E272-4F34-BE28-49C23136C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D6801AC-3FA9-4EB9-9A80-C78212F17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54F37A-7917-4E93-8246-A3D722B8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E9B2-CCE3-4DA6-A24D-5033ECDA0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07253F-E4D7-4985-A65D-45DE5164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0865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50D26D-F3BD-4DAE-BC7C-B41EDF91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9920B4-31A9-4329-9FE5-E88D7CF2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FF3D28-9ECA-442A-81DB-75914099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9CE874-E315-4339-89ED-33DE193F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B82AC4-700D-4E7D-99B4-9E9236D4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2458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50226-2EB0-406F-958A-A4075657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764E69-F3F6-459C-A1C5-2CA3FB225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3AACA1-2726-4F2C-B93A-57BCCE5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F1A027-8A43-4752-B275-B05C19F3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A3139E-2931-41FF-B474-C96BE765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3369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B92DEE-48D9-4B5A-80C7-DDF6BD98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70B9F9-93ED-462B-A92B-652578164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074C97-1190-43BB-B746-4BC1F5CD6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ED89AA8-DEC9-4D58-A295-4DD7C646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602B40F-06B7-41BC-84C3-20E1A76C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5BB5A10-D8DF-4BB2-AFAF-F859CA42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3645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84A09-EE0A-4092-B0C3-606A2FEFA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C5266A0-1682-447A-ABDB-9FC7D455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7E90689-A79B-4809-99F3-CED6CF2B4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EF6D9E-93FC-423C-9ABB-B06075D73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B8AEB57-8BFA-4979-ADC2-F0CA73189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3B43ABD-4C0E-4967-891F-C332225D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442651-A547-428B-8ABB-107FDD774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7F6EBE0-31D4-4785-8E8E-1B1BC86B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1633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054E5-478F-4F74-81EB-E7AD7C4C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5496D6-41D7-4B8A-9FAD-1BD0C6DA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E3D5E7A-451A-4045-88E5-E88E1D2C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9A1D4C1-63BD-4172-9F47-2A7D336A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7932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3D932E5-02CA-490D-8755-BBD5F8A2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4F757AE-A18D-41E0-B696-16FD620E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D2233A-6B13-4813-A69B-C4E4EBD2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465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AD513A-E33C-42BC-AACD-A2EC4DC46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6F7C9A-9D9E-4356-8EC3-9A20D13A9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43C0AA3-9AA6-47DC-A9F0-1A4BB7A47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CBA522-D649-4CCE-AD5C-88FA5B60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B280CE-5B4E-44E8-88D5-7C8E5023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7EFA046-3329-4EB4-84FB-F5E4C209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163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B67012-F073-41ED-98FD-126DB128D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C9171EF-FEF6-4268-A48F-6DDA38A28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759304F-E7F4-4804-92ED-23984BD75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8447FC-C74F-45AD-A546-16F67F75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E04B90-AB47-4039-AD9D-F79B8800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C6BF79-FA57-47C1-AA45-5EB57FAC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4897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A1F987-A20A-440E-962E-7CA7FF63F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0DDEDE5-9FBA-45C2-902B-2922BF310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52AA84-C032-41B7-9BB4-E0C1C37A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718A6-C2C5-4596-8E1E-5F7A979A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6316BB-4147-4A3C-9059-0AE85D1B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7215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113D8B2-EABC-4E5C-9FFC-7860E52EE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E10DBF7-B690-4EAC-8368-42BC54740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1AE72D-ADDB-4811-AA12-6E97E3F8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ED9C8E-5162-4DAD-9D3A-0D095DEA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0F6838-AC0D-4DA4-9BDC-AEDA839C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9283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9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8BC6DA-7816-4D16-8FBD-E1FE9B0C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307765-07C1-446D-BFA2-D77C6AE3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0BB6E11-140B-4842-8190-83236170F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8F130-5FF2-42E1-8236-F8BD8F74B675}" type="datetimeFigureOut">
              <a:rPr lang="en-IN" smtClean="0"/>
              <a:pPr/>
              <a:t>05-12-2021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E2D48-BEAB-482A-837A-337CDA6F3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2375DF-61C3-4AEE-91AE-ED5EAD2A5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3F4FA-17A5-496A-B388-35779DA86B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2153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7E259D-9ED3-496C-AC98-A6D6C6C613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11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97B7B29-51CE-46CE-ABFF-431748AC1AB7}"/>
              </a:ext>
            </a:extLst>
          </p:cNvPr>
          <p:cNvSpPr/>
          <p:nvPr/>
        </p:nvSpPr>
        <p:spPr>
          <a:xfrm>
            <a:off x="301841" y="612559"/>
            <a:ext cx="1124847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 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Equipment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C.N.S Department</a:t>
            </a:r>
          </a:p>
        </p:txBody>
      </p:sp>
    </p:spTree>
    <p:extLst>
      <p:ext uri="{BB962C8B-B14F-4D97-AF65-F5344CB8AC3E}">
        <p14:creationId xmlns:p14="http://schemas.microsoft.com/office/powerpoint/2010/main" xmlns="" val="191470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DD8130-4CB5-48EA-B43A-05579FF1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C61281-64D6-4318-8B9A-C8EBA1DBA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department in Airport Authority of India deals with all type of communications that takes place in airport: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1.Ground to Air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Ground to Ground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ground to air communication is the exchange of information between Pilots and the ATC people.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as the ground to ground communication is between one airport and other airport, within the airport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etc.They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Walkie-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Talkies,Telephones,Hotlines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(dedicated lines) and AMSS(Automatic Message Switching System) for this purpose.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740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01323A-15BE-49E4-9620-FD56B534F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TO AIR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1FAD98-ECE1-4A8A-8364-34457A113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VHF(Very high Frequency) band for communication between ATC and Aircrafts.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of frequencies in VHF is 30M to 300M Hz. In this range the aeronautical band is 117.975M to 136.975M Hz.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drawback of VHF range is that LINE OF SIGHT.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use HF(high frequency) band but in oceanic aspects only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drawback of HF range is that NOISE.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39230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2F74C-F15F-4CBF-81DA-E5405396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C58996-272A-4849-9945-2606A8EC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equipment used in communication department are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VHF Transmitters and Receivers.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VCCS( Voice Communication Controlled Switching).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DATIS( Digital Airport Terminal Information System).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634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CB49F7-2273-4FC9-BE9A-EF4A3295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VHF Tx AND Rx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2522F4-DEC2-471A-A621-DF4A291FC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 the OTE make VHF transmitters and receivers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2 frequencies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Gannavaram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Airport 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Main: 118.55MHZ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Alternate: 118.65MHZ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for using 2 frequencies because in emergency case if the main one fails then the alternate one can be used.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 of Transmitter consists of: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1.Transmitter Module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2.Baseband Module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3.Power Supply Unit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0191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CDA84-A65B-413C-B308-7F32AE37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1CFE88-E7BC-4055-94C3-0CF928844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VHF receiver used here is the Super Heterodyne Receiver.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,Attenuator , Low power amplifier, Mixer etc.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receivers offers high sensitivity and selectivity.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2 Transmitters for main frequency and also for alternate frequency.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one can be used as stand by if other one fails.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the receivers are also 2 in number for each frequency.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603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6699A1-135C-4EBC-92E4-74ABECA4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0316E4-E83E-4948-8758-C6B2DC4D3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VCCS stands for Voice Communication Controlled Switching.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make is Schmid.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VCCS purpose: It controls and connects together various voice communication systems used in Airport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VHF Tx and Rx , Telephone, Hotline etc.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200 operator positions.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60 time slots : 59 are digital and 1 is analog.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3 main subsystems in VCCs: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1.Server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2. Interface System, 3.Operator Position Rings.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062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13188B-2ED3-4CBD-B2C1-A57F55DD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D323C9-DA02-4DD2-818C-A86B3387B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DATIS stands for Digital Airport Terminal Information System.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the pilot in aircraft information about the airport terminal.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allotted for DATIS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Gannavaram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128.4MHZ.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tells the pilot about the Wind speed and direction, Any bird activity, temperature , pressure and weather.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to DATIS is provided by the METEROLOGICAL department that is presented at the airport.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609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294A5E-20D1-460D-928E-DA60C6F4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AD53C6-9C7E-43FE-ACD0-07B542163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Navigation department provides navigational or the routing aid for an Aircraft.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by the equipment: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DVOR &amp; DME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NDB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ILS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885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E54D58-1D84-419B-9BC6-9DA4ABBA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DVOR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0325E2-8B28-4CAB-ACBF-2C3922FF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DVOR stands for Doppler VHF Omni Range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Magnetic bearing for the Aircrafts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bearing gives angle between nose of the aircraft and Magnetic North.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range is 108MHZ to 118MHZ.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antenna used in DVOR is Alford Loop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Antenna.It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of49 side antennas and one center antenna.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modulation technique used in DVOR is SPACE MODULATION.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DVOR is a high power device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892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FC26F7-4CDB-41F6-8BDF-06DCB6DB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61AB19-A29F-4577-8FEE-1AEA9EB52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DME stands for distance measuring equipment.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slant distance between aircraft and the airport.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is working along with the DVOR it is also a High Power Device.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principle is reverse to that of a Secondary RADAR.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antenna used in DME is Biconical Antenna.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range of frequency us 916MHZ to 1213MHZ.</a:t>
            </a:r>
          </a:p>
        </p:txBody>
      </p:sp>
    </p:spTree>
    <p:extLst>
      <p:ext uri="{BB962C8B-B14F-4D97-AF65-F5344CB8AC3E}">
        <p14:creationId xmlns:p14="http://schemas.microsoft.com/office/powerpoint/2010/main" xmlns="" val="153830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CEDF5E-2827-4EAC-AFF0-C6B04173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NDB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0AF6D1-0E84-4C57-8075-749A15AF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NDB stands for Non Directional Beacon.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It gives the Relative bearing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Bearing is the angle between nose of the aircraft and the airport.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make is SAC500.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range is 190KHz to 1750KHZ here we use 393KHZ.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Automatic direction Finder. It uses Vertically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Polarised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ground wave propagation.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T-Cage antenna here.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DVOR is replacement for NDB , but still we use NDB as some of the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aircrafts didn’t have equipment matches to DVOR and also as a alternate to DVOR in emergency cases.</a:t>
            </a:r>
          </a:p>
        </p:txBody>
      </p:sp>
    </p:spTree>
    <p:extLst>
      <p:ext uri="{BB962C8B-B14F-4D97-AF65-F5344CB8AC3E}">
        <p14:creationId xmlns:p14="http://schemas.microsoft.com/office/powerpoint/2010/main" xmlns="" val="185293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36BFEB-ADBB-4CF9-BACF-2BE9E546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9E68FA-4FBD-4A6D-BD38-4ABB55B2B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 is Instrument Landing System.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2 components: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1.Localiser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2.Glide Path.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Localiser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Azimuthal guidance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Aircraft approaches for landing it provides information about whether the aircraft is aligned to center line or not. Its frequency range is 108MHZ to 112MHZ.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Glidepath provides the Vertical Guidance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gives the approach angle which is 3 degrees for perfect landing. It uses Difference in depth of modulation and Sum in depth of modulation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technique.Its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 range is 328MHZ to336MHZ.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679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70B712-0D1E-4179-97A1-E4D85015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732633-582D-4974-907A-7E84E608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surveillance in the CNS department gives the whereabouts of the aircraft.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is used in surveillance in some airports and some airports uses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ADSB.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Gannavaram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airport ADSB is used.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0076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26210-77D5-4DE0-AE73-DC663A1C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80203B-9DC5-4F5E-B066-8DF930D7B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stands for Radio Detection and Ranging.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types of RADARs: Primary and Secondary.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emits radio signals in air and whenever it touches an obstacle the signal return backs and the distance is measured.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primary RADAR signal power is reduced so we use secondary RADAR.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secondary radar ATC and aircraft both have transponder.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radar system is not responding or it is unavailable in that region then the ADSB is used.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4617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0221DE-4024-4C38-9C8A-2AEEAE61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ADSB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DF7C19-FBEC-4804-82D5-50877E46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ADSB stands for Automatic Dependent Surveillance Broadcast.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GPS and it is a satellite based system.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2 sensors A &amp; B. They take the information from the GNS satellites and passes it to the ADSB servers where automation system is present.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Automation System correlates the  Flight Plan Data which is received from AMSS and the surveillance data received from the sensors and provides the location of the aircraft.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Automation Servers and Control Systems.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722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8C196D-A234-4B37-8BE4-EE5C3640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16835A-D672-4C6D-8A36-236743DF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1.RDCU- Radar Data Control Unit:  It converts 3d data into 2d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data.It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3 data formats DF17 used in Civil Aviation,DF18 used in Site monitoring,DF19 used in Military.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2.SDP-Surveillance Data Processor: It correlates Surveillance data and FDP.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3.FDP-Flight Data Processor: It created flight plan , edit it , delete it etc.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4.SNET-Safety Net: IT ensures safety , it adds safety. It is the inbuilt feature of SDP.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5.DRF-Data Recording Facility: Records all Data.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6.Neptuno:Voice recorder.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7.NTP-Network Time Protocol: It syncs time in all servers.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8.DBM-Data base Management: Design shapes etc.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1125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BD5CFC-13D2-4217-BB12-E2720620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1C2AD1-42BC-4C53-AFB1-FCB180EAC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SDD-Situation data display: It displays the surveillance data.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FDD-Flight data display.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CMD-Control &amp; Monitoring Display: It gives the status of all Servers and Control Systems. Colour coding is present: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Red-Shutdown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Orange-Software Shutdown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Green- Working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Blue-Replaying.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Nep- Sup: Neptuno Supervisor , controls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neptuno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9038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3AA2FA-CF98-473D-9472-CB314AA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AIRPORTS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F0F254-9366-4D91-9AFA-53CFC765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BIS: It is a baggage inspection system. The luggage of passengers are placed on the conveyer belt of the machine. It sends the x-rays which are collected by the receivers at the other end. They displays different colours for different type of materials like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Organic-Orange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Inorganic-Green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Metal-Blue.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DFMD-Door Frame Metal Detector: It detects the metal objects whenever a person passes through it. It uses PULSE INDUCTION technology.</a:t>
            </a:r>
          </a:p>
        </p:txBody>
      </p:sp>
    </p:spTree>
    <p:extLst>
      <p:ext uri="{BB962C8B-B14F-4D97-AF65-F5344CB8AC3E}">
        <p14:creationId xmlns:p14="http://schemas.microsoft.com/office/powerpoint/2010/main" xmlns="" val="1519177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864677-F1BF-4C70-89E6-3728F97B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A384A9-541D-4279-B020-64E140A00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HHMD-Hand Held Metal Detectors: Its working is similar to that of DFMD but here it is operated by a person.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ETD-Explosive Trace Detectors: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Blastic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explosives and Narcotics are cant be detected by X-RAY BIS so we use ETD. The sample is taken with a card jus a small swipe over the object and the ETD heats the sample to an extent of 1000 degree centigrade at that temperature they emit gases so the narcotics can be detected.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CCTV-Closed Circuit Television: Through CCTV all the parts of the airport can be seen.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System-Public Addressing System: Through this system passengers can be intimated about flight timings etc.</a:t>
            </a:r>
          </a:p>
        </p:txBody>
      </p:sp>
    </p:spTree>
    <p:extLst>
      <p:ext uri="{BB962C8B-B14F-4D97-AF65-F5344CB8AC3E}">
        <p14:creationId xmlns:p14="http://schemas.microsoft.com/office/powerpoint/2010/main" xmlns="" val="1339356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47305C-0711-415D-B763-D0B01E90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CDCBE8-60E0-448D-AE1F-0CA00CA2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FIDS-Flight Information Display System: It displays the flight schedule.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DAS-Distributed Antenna System: Antennas are placed all over the airport so that mobile signals have adequate strength.</a:t>
            </a:r>
          </a:p>
        </p:txBody>
      </p:sp>
    </p:spTree>
    <p:extLst>
      <p:ext uri="{BB962C8B-B14F-4D97-AF65-F5344CB8AC3E}">
        <p14:creationId xmlns:p14="http://schemas.microsoft.com/office/powerpoint/2010/main" xmlns="" val="105546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F16634-CB2B-4AE1-BF1F-A4AB4A3D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PROTETCTION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95E6B8-FEC6-4E61-B101-20883B117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Un-Interrupted Power Supply(UPS): UPS gives power supply to the equipment when the actual power supply goes off.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 rectifier , inverter , battery , static bypass.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Rectifier converts AC supply to DC to enabling the battery to store.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 case the inverter fails then raw AC supply goes to load by static bypass.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absent battery is used. Deep Discharging Protection is present in UPS which stops battery discharge after 80%.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5175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1C81E4-5616-47E4-BC91-7952BAEC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4812C-0CA8-4AFB-A500-DBC7AFEEA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EARTHING: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In circuits leakage current is present , they are harmful to humans and devices So for discharging this false current Earthing is used . It grounds this current.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types of earthing: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1.Conventional Earthing.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2.Chemical Earthing.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 for chemical but needed for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conventional.But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is preferred as its cause no harm to the Earth. 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5688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327801-B900-42D7-A440-3A42D5EF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B1BB98-5578-4AFE-9B16-BACDE163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LIGHTNING ARRESTER: It grounds the lightning current as they cause damage to the equipment.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Air-terminal , Down conductor, Earthing.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Lightning is a Negative electric field and Earthing is a Positive electric  field so the lightning is attracted by the Earthing.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2 types- Conventional and Advanced Lightning arrester.</a:t>
            </a:r>
          </a:p>
        </p:txBody>
      </p:sp>
    </p:spTree>
    <p:extLst>
      <p:ext uri="{BB962C8B-B14F-4D97-AF65-F5344CB8AC3E}">
        <p14:creationId xmlns:p14="http://schemas.microsoft.com/office/powerpoint/2010/main" xmlns="" val="3130050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89FBEB5-08D4-41EB-B545-A37796E0C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40EE3D76-FB3E-4EC9-B7A6-55FD75AB7E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02540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1678</Words>
  <Application>Microsoft Office PowerPoint</Application>
  <PresentationFormat>Custom</PresentationFormat>
  <Paragraphs>154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COMMUNICATION</vt:lpstr>
      <vt:lpstr>GROUND TO AIR</vt:lpstr>
      <vt:lpstr>EQUIPMENT</vt:lpstr>
      <vt:lpstr>VHF Tx AND Rx</vt:lpstr>
      <vt:lpstr>Slide 6</vt:lpstr>
      <vt:lpstr>VCCS</vt:lpstr>
      <vt:lpstr>DATIS</vt:lpstr>
      <vt:lpstr>NAVIGATION</vt:lpstr>
      <vt:lpstr>DVOR</vt:lpstr>
      <vt:lpstr>DME</vt:lpstr>
      <vt:lpstr>NDB</vt:lpstr>
      <vt:lpstr>ILS</vt:lpstr>
      <vt:lpstr>SURVEILLANCE</vt:lpstr>
      <vt:lpstr>RADAR</vt:lpstr>
      <vt:lpstr>ADSB</vt:lpstr>
      <vt:lpstr>SERVERS</vt:lpstr>
      <vt:lpstr>CONTROL SYSTEMS</vt:lpstr>
      <vt:lpstr>SECURITY IN AIRPORTS</vt:lpstr>
      <vt:lpstr>Slide 20</vt:lpstr>
      <vt:lpstr>Slide 21</vt:lpstr>
      <vt:lpstr>DEVICE PROTETCTION</vt:lpstr>
      <vt:lpstr>Slide 23</vt:lpstr>
      <vt:lpstr>Slide 24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VISHNAVI</cp:lastModifiedBy>
  <cp:revision>48</cp:revision>
  <dcterms:created xsi:type="dcterms:W3CDTF">2019-05-28T06:02:22Z</dcterms:created>
  <dcterms:modified xsi:type="dcterms:W3CDTF">2021-12-05T08:10:21Z</dcterms:modified>
</cp:coreProperties>
</file>